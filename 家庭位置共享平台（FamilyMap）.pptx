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家庭位置共享平台（FamilyMap）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中国电信  |  AI+创新项目申报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B4"/>
                </a:solidFill>
              </a:defRPr>
            </a:pPr>
            <a:r>
              <a:t>系统架构</a:t>
            </a:r>
          </a:p>
        </p:txBody>
      </p:sp>
      <p:pic>
        <p:nvPicPr>
          <p:cNvPr id="4" name="Picture 3" descr="家庭位置共享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B4"/>
                </a:solidFill>
              </a:defRPr>
            </a:pPr>
            <a:r>
              <a:t>核心流程</a:t>
            </a:r>
          </a:p>
        </p:txBody>
      </p:sp>
      <p:pic>
        <p:nvPicPr>
          <p:cNvPr id="4" name="Picture 3" descr="家庭位置共享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B4"/>
                </a:solidFill>
              </a:defRPr>
            </a:pPr>
            <a:r>
              <a:t>功能特性</a:t>
            </a:r>
          </a:p>
        </p:txBody>
      </p:sp>
      <p:pic>
        <p:nvPicPr>
          <p:cNvPr id="4" name="Picture 3" descr="家庭位置共享_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B4"/>
                </a:solidFill>
              </a:defRPr>
            </a:pPr>
            <a:r>
              <a:t>项目成效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效率显著提升：批量处理效率提升50-200倍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智能化程度高：AI识别准确率接近99%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安全可靠：三级权限、审计追溯、数据加密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易于部署：轻量级架构，零外部依赖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国产化：采用中国电信星辰智能体作为开发工具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